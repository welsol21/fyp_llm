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03E"/>
                </a:solidFill>
                <a:latin typeface="Aptos Display"/>
              </a:rPr>
              <a:t>Corpus Result: Structural Compression of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26B7D"/>
                </a:solidFill>
                <a:latin typeface="Aptos"/>
              </a:rPr>
              <a:t>FYP_LLM presentation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Our corpus work showed that the notation task does not operate over an open-ended structural space.</a:t>
            </a:r>
          </a:p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At corpus level, the input can be compressed into about 500-600 recurring linguistic-contract structures, instantiated by 1000+ lexical phrase realizations.</a:t>
            </a:r>
          </a:p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This is the crucial linguistic result: lexical variation is large, but the structural layer is recurrent and strongly constrained.</a:t>
            </a:r>
          </a:p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The empirical base for this conclusion was a corpus of 17,146 sentences: 14,277 from UD, 2,094 from Project Gutenberg, 642 from OANC, 108 from PMC OA, and 25 from MASC.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03E"/>
                </a:solidFill>
                <a:latin typeface="Aptos Display"/>
              </a:rPr>
              <a:t>What This Means for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26B7D"/>
                </a:solidFill>
                <a:latin typeface="Aptos"/>
              </a:rPr>
              <a:t>FYP_LLM presentation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Once the corpus is reduced to a few hundred recurring linguistic-contract structures, the core task is no longer free generation.</a:t>
            </a:r>
          </a:p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It becomes a finite structural prediction problem: the model must select the correct contract pattern, not invent a new one.</a:t>
            </a:r>
          </a:p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The direct generative approach failed on exactly this point: eval_exact_match = 0.0, and on the probe suite accepted_note_rate = 0.0 with fallback_rate = 1.0.</a:t>
            </a:r>
          </a:p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The controlled classification-based approach matched the linguistic behavior of the corpus much better: joint accuracy = 0.9849, grammar macro-F1 = 0.823, CEFR accuracy = 1.0.</a:t>
            </a:r>
          </a:p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So the corpus evidence supports a structuralist solution: classify recurrent form, then realize wording on top of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03E"/>
                </a:solidFill>
                <a:latin typeface="Aptos Display"/>
              </a:rPr>
              <a:t>Final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26B7D"/>
                </a:solidFill>
                <a:latin typeface="Aptos"/>
              </a:rPr>
              <a:t>FYP_LLM presentation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We therefore split the pipeline into structure prediction and lexical enrichment.</a:t>
            </a:r>
          </a:p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Input templating: raw text is normalized into a linguistic contract, which fixes nodes, relations, grammatical roles, and structural context.</a:t>
            </a:r>
          </a:p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That linguistic contract is then deterministically converted into a templated model input.</a:t>
            </a:r>
          </a:p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Output templating: the model predicts constrained, structure-linked output rather than unrestricted text.</a:t>
            </a:r>
          </a:p>
          <a:p>
            <a:pPr algn="l">
              <a:spcAft>
                <a:spcPts val="900"/>
              </a:spcAft>
            </a:pPr>
            <a:r>
              <a:rPr sz="1800">
                <a:solidFill>
                  <a:srgbClr val="242B3A"/>
                </a:solidFill>
                <a:latin typeface="Aptos"/>
              </a:rPr>
              <a:t>T5 is used only for lexical realization of the selected template; it does not alter the underlying linguistic-contract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